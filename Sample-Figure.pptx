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63" r:id="rId1"/>
  </p:sldMasterIdLst>
  <p:notesMasterIdLst>
    <p:notesMasterId r:id="rId4"/>
  </p:notesMasterIdLst>
  <p:handoutMasterIdLst>
    <p:handoutMasterId r:id="rId5"/>
  </p:handoutMasterIdLst>
  <p:sldIdLst>
    <p:sldId id="1581" r:id="rId2"/>
    <p:sldId id="1580" r:id="rId3"/>
  </p:sldIdLst>
  <p:sldSz cx="12192000" cy="6858000"/>
  <p:notesSz cx="7315200" cy="96012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2BE"/>
    <a:srgbClr val="006600"/>
    <a:srgbClr val="CC00FF"/>
    <a:srgbClr val="FF9900"/>
    <a:srgbClr val="0000FF"/>
    <a:srgbClr val="FFFFFF"/>
    <a:srgbClr val="FFFF99"/>
    <a:srgbClr val="00FF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DA87F-5F1E-494B-803B-F6C1210A19D3}" v="43" dt="2026-05-25T18:11:17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4793" autoAdjust="0"/>
  </p:normalViewPr>
  <p:slideViewPr>
    <p:cSldViewPr>
      <p:cViewPr varScale="1">
        <p:scale>
          <a:sx n="53" d="100"/>
          <a:sy n="53" d="100"/>
        </p:scale>
        <p:origin x="99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Brown, Dr" userId="31d451b1-f18a-46b3-a3e5-6c907d7aba12" providerId="ADAL" clId="{A8C4F512-2782-4B08-AC2D-356A65DB2744}"/>
    <pc:docChg chg="undo custSel addSld delSld modSld">
      <pc:chgData name="Claire Brown, Dr" userId="31d451b1-f18a-46b3-a3e5-6c907d7aba12" providerId="ADAL" clId="{A8C4F512-2782-4B08-AC2D-356A65DB2744}" dt="2026-05-25T18:11:20.871" v="257" actId="478"/>
      <pc:docMkLst>
        <pc:docMk/>
      </pc:docMkLst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565605261" sldId="258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633409687" sldId="259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760863070" sldId="261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0" sldId="1353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0" sldId="1354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0" sldId="1355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0" sldId="1356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908863453" sldId="1555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284817500" sldId="1556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754306761" sldId="1557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445329280" sldId="1560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2139559273" sldId="1561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491059205" sldId="1562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923973733" sldId="1574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363608698" sldId="1575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977879772" sldId="1576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2870385071" sldId="1577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926259578" sldId="1578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840028670" sldId="1579"/>
        </pc:sldMkLst>
      </pc:sldChg>
      <pc:sldChg chg="addSp delSp modSp mod">
        <pc:chgData name="Claire Brown, Dr" userId="31d451b1-f18a-46b3-a3e5-6c907d7aba12" providerId="ADAL" clId="{A8C4F512-2782-4B08-AC2D-356A65DB2744}" dt="2026-05-25T18:07:44.981" v="119" actId="478"/>
        <pc:sldMkLst>
          <pc:docMk/>
          <pc:sldMk cId="1212738537" sldId="1580"/>
        </pc:sldMkLst>
        <pc:spChg chg="mod">
          <ac:chgData name="Claire Brown, Dr" userId="31d451b1-f18a-46b3-a3e5-6c907d7aba12" providerId="ADAL" clId="{A8C4F512-2782-4B08-AC2D-356A65DB2744}" dt="2026-05-25T17:56:22.045" v="60" actId="122"/>
          <ac:spMkLst>
            <pc:docMk/>
            <pc:sldMk cId="1212738537" sldId="1580"/>
            <ac:spMk id="2" creationId="{02005224-77E7-F83F-FAEA-2051665AE6D4}"/>
          </ac:spMkLst>
        </pc:spChg>
        <pc:spChg chg="del">
          <ac:chgData name="Claire Brown, Dr" userId="31d451b1-f18a-46b3-a3e5-6c907d7aba12" providerId="ADAL" clId="{A8C4F512-2782-4B08-AC2D-356A65DB2744}" dt="2026-05-25T18:07:44.981" v="119" actId="478"/>
          <ac:spMkLst>
            <pc:docMk/>
            <pc:sldMk cId="1212738537" sldId="1580"/>
            <ac:spMk id="4" creationId="{EF45E524-B52C-F7B4-3F22-1A8E3EC0B671}"/>
          </ac:spMkLst>
        </pc:spChg>
        <pc:spChg chg="add mod">
          <ac:chgData name="Claire Brown, Dr" userId="31d451b1-f18a-46b3-a3e5-6c907d7aba12" providerId="ADAL" clId="{A8C4F512-2782-4B08-AC2D-356A65DB2744}" dt="2026-05-25T18:07:29.864" v="115" actId="1076"/>
          <ac:spMkLst>
            <pc:docMk/>
            <pc:sldMk cId="1212738537" sldId="1580"/>
            <ac:spMk id="10" creationId="{965BBF1A-029B-AACC-891C-36287B1D391A}"/>
          </ac:spMkLst>
        </pc:spChg>
        <pc:spChg chg="add mod">
          <ac:chgData name="Claire Brown, Dr" userId="31d451b1-f18a-46b3-a3e5-6c907d7aba12" providerId="ADAL" clId="{A8C4F512-2782-4B08-AC2D-356A65DB2744}" dt="2026-05-25T18:07:34.569" v="118" actId="1037"/>
          <ac:spMkLst>
            <pc:docMk/>
            <pc:sldMk cId="1212738537" sldId="1580"/>
            <ac:spMk id="11" creationId="{9BBFB203-96B8-AE6E-CD03-E6DA4478822B}"/>
          </ac:spMkLst>
        </pc:spChg>
        <pc:spChg chg="del">
          <ac:chgData name="Claire Brown, Dr" userId="31d451b1-f18a-46b3-a3e5-6c907d7aba12" providerId="ADAL" clId="{A8C4F512-2782-4B08-AC2D-356A65DB2744}" dt="2026-05-25T18:07:44.981" v="119" actId="478"/>
          <ac:spMkLst>
            <pc:docMk/>
            <pc:sldMk cId="1212738537" sldId="1580"/>
            <ac:spMk id="21" creationId="{AB70D49F-8481-076A-C41D-479422F5AFAE}"/>
          </ac:spMkLst>
        </pc:spChg>
        <pc:spChg chg="del">
          <ac:chgData name="Claire Brown, Dr" userId="31d451b1-f18a-46b3-a3e5-6c907d7aba12" providerId="ADAL" clId="{A8C4F512-2782-4B08-AC2D-356A65DB2744}" dt="2026-05-25T18:07:44.981" v="119" actId="478"/>
          <ac:spMkLst>
            <pc:docMk/>
            <pc:sldMk cId="1212738537" sldId="1580"/>
            <ac:spMk id="22" creationId="{6272BDC9-8181-B21B-AF55-434A5CA12378}"/>
          </ac:spMkLst>
        </pc:spChg>
        <pc:graphicFrameChg chg="add mod">
          <ac:chgData name="Claire Brown, Dr" userId="31d451b1-f18a-46b3-a3e5-6c907d7aba12" providerId="ADAL" clId="{A8C4F512-2782-4B08-AC2D-356A65DB2744}" dt="2026-05-25T18:04:33.733" v="61"/>
          <ac:graphicFrameMkLst>
            <pc:docMk/>
            <pc:sldMk cId="1212738537" sldId="1580"/>
            <ac:graphicFrameMk id="8" creationId="{2FBB4F9E-BD0C-1D58-EF7A-8E4CCA1AACCD}"/>
          </ac:graphicFrameMkLst>
        </pc:graphicFrameChg>
        <pc:picChg chg="mod">
          <ac:chgData name="Claire Brown, Dr" userId="31d451b1-f18a-46b3-a3e5-6c907d7aba12" providerId="ADAL" clId="{A8C4F512-2782-4B08-AC2D-356A65DB2744}" dt="2026-05-25T17:55:41.694" v="49" actId="1038"/>
          <ac:picMkLst>
            <pc:docMk/>
            <pc:sldMk cId="1212738537" sldId="1580"/>
            <ac:picMk id="3" creationId="{A5F8F1AB-DB32-457D-5929-6D740518333A}"/>
          </ac:picMkLst>
        </pc:picChg>
        <pc:picChg chg="mod">
          <ac:chgData name="Claire Brown, Dr" userId="31d451b1-f18a-46b3-a3e5-6c907d7aba12" providerId="ADAL" clId="{A8C4F512-2782-4B08-AC2D-356A65DB2744}" dt="2026-05-25T17:56:03.418" v="58" actId="14100"/>
          <ac:picMkLst>
            <pc:docMk/>
            <pc:sldMk cId="1212738537" sldId="1580"/>
            <ac:picMk id="6" creationId="{255CE980-B60A-FD9E-3681-5B58C8A395C2}"/>
          </ac:picMkLst>
        </pc:picChg>
        <pc:picChg chg="add mod">
          <ac:chgData name="Claire Brown, Dr" userId="31d451b1-f18a-46b3-a3e5-6c907d7aba12" providerId="ADAL" clId="{A8C4F512-2782-4B08-AC2D-356A65DB2744}" dt="2026-05-25T17:56:11.968" v="59"/>
          <ac:picMkLst>
            <pc:docMk/>
            <pc:sldMk cId="1212738537" sldId="1580"/>
            <ac:picMk id="7" creationId="{BC63FD94-72DA-0759-E1C5-4EFD511E0C2C}"/>
          </ac:picMkLst>
        </pc:picChg>
      </pc:sldChg>
      <pc:sldChg chg="addSp delSp modSp new mod modClrScheme chgLayout">
        <pc:chgData name="Claire Brown, Dr" userId="31d451b1-f18a-46b3-a3e5-6c907d7aba12" providerId="ADAL" clId="{A8C4F512-2782-4B08-AC2D-356A65DB2744}" dt="2026-05-25T18:11:20.871" v="257" actId="478"/>
        <pc:sldMkLst>
          <pc:docMk/>
          <pc:sldMk cId="3226260880" sldId="1581"/>
        </pc:sldMkLst>
        <pc:spChg chg="del mod ord">
          <ac:chgData name="Claire Brown, Dr" userId="31d451b1-f18a-46b3-a3e5-6c907d7aba12" providerId="ADAL" clId="{A8C4F512-2782-4B08-AC2D-356A65DB2744}" dt="2026-05-25T18:10:21.255" v="121" actId="700"/>
          <ac:spMkLst>
            <pc:docMk/>
            <pc:sldMk cId="3226260880" sldId="1581"/>
            <ac:spMk id="2" creationId="{C770A122-84D0-90DE-1FD6-90C7EBAD1B2C}"/>
          </ac:spMkLst>
        </pc:spChg>
        <pc:spChg chg="del mod ord">
          <ac:chgData name="Claire Brown, Dr" userId="31d451b1-f18a-46b3-a3e5-6c907d7aba12" providerId="ADAL" clId="{A8C4F512-2782-4B08-AC2D-356A65DB2744}" dt="2026-05-25T18:10:21.255" v="121" actId="700"/>
          <ac:spMkLst>
            <pc:docMk/>
            <pc:sldMk cId="3226260880" sldId="1581"/>
            <ac:spMk id="3" creationId="{191EEE1D-A34F-900B-9DF4-A945B8BC6074}"/>
          </ac:spMkLst>
        </pc:spChg>
        <pc:spChg chg="del mod ord">
          <ac:chgData name="Claire Brown, Dr" userId="31d451b1-f18a-46b3-a3e5-6c907d7aba12" providerId="ADAL" clId="{A8C4F512-2782-4B08-AC2D-356A65DB2744}" dt="2026-05-25T18:11:20.871" v="257" actId="478"/>
          <ac:spMkLst>
            <pc:docMk/>
            <pc:sldMk cId="3226260880" sldId="1581"/>
            <ac:spMk id="4" creationId="{F0E2B499-964F-CD2D-7271-23D97F87DBFC}"/>
          </ac:spMkLst>
        </pc:spChg>
        <pc:spChg chg="del mod ord">
          <ac:chgData name="Claire Brown, Dr" userId="31d451b1-f18a-46b3-a3e5-6c907d7aba12" providerId="ADAL" clId="{A8C4F512-2782-4B08-AC2D-356A65DB2744}" dt="2026-05-25T18:11:20.871" v="257" actId="478"/>
          <ac:spMkLst>
            <pc:docMk/>
            <pc:sldMk cId="3226260880" sldId="1581"/>
            <ac:spMk id="5" creationId="{E85913B4-6683-DB6D-7641-30AC48E771D9}"/>
          </ac:spMkLst>
        </pc:spChg>
        <pc:spChg chg="add mod ord">
          <ac:chgData name="Claire Brown, Dr" userId="31d451b1-f18a-46b3-a3e5-6c907d7aba12" providerId="ADAL" clId="{A8C4F512-2782-4B08-AC2D-356A65DB2744}" dt="2026-05-25T18:10:33.075" v="171" actId="20577"/>
          <ac:spMkLst>
            <pc:docMk/>
            <pc:sldMk cId="3226260880" sldId="1581"/>
            <ac:spMk id="6" creationId="{523C97A0-C0DC-E7E3-F895-7D643336C130}"/>
          </ac:spMkLst>
        </pc:spChg>
        <pc:spChg chg="add del mod ord">
          <ac:chgData name="Claire Brown, Dr" userId="31d451b1-f18a-46b3-a3e5-6c907d7aba12" providerId="ADAL" clId="{A8C4F512-2782-4B08-AC2D-356A65DB2744}" dt="2026-05-25T18:10:36.171" v="172" actId="478"/>
          <ac:spMkLst>
            <pc:docMk/>
            <pc:sldMk cId="3226260880" sldId="1581"/>
            <ac:spMk id="7" creationId="{DCFEFF27-581E-08DC-9CB8-00F3354BF6DA}"/>
          </ac:spMkLst>
        </pc:spChg>
        <pc:spChg chg="add mod">
          <ac:chgData name="Claire Brown, Dr" userId="31d451b1-f18a-46b3-a3e5-6c907d7aba12" providerId="ADAL" clId="{A8C4F512-2782-4B08-AC2D-356A65DB2744}" dt="2026-05-25T18:11:17.962" v="256" actId="1036"/>
          <ac:spMkLst>
            <pc:docMk/>
            <pc:sldMk cId="3226260880" sldId="1581"/>
            <ac:spMk id="9" creationId="{B8228B49-8515-2A66-B0EA-30F2F15DA819}"/>
          </ac:spMkLst>
        </pc:spChg>
        <pc:picChg chg="add mod">
          <ac:chgData name="Claire Brown, Dr" userId="31d451b1-f18a-46b3-a3e5-6c907d7aba12" providerId="ADAL" clId="{A8C4F512-2782-4B08-AC2D-356A65DB2744}" dt="2026-05-25T18:11:17.962" v="256" actId="1036"/>
          <ac:picMkLst>
            <pc:docMk/>
            <pc:sldMk cId="3226260880" sldId="1581"/>
            <ac:picMk id="8" creationId="{75E18EF7-DAD9-F740-48A2-EFE830B19F5B}"/>
          </ac:picMkLst>
        </pc:picChg>
        <pc:picChg chg="add mod">
          <ac:chgData name="Claire Brown, Dr" userId="31d451b1-f18a-46b3-a3e5-6c907d7aba12" providerId="ADAL" clId="{A8C4F512-2782-4B08-AC2D-356A65DB2744}" dt="2026-05-25T18:11:17.962" v="256" actId="1036"/>
          <ac:picMkLst>
            <pc:docMk/>
            <pc:sldMk cId="3226260880" sldId="1581"/>
            <ac:picMk id="10" creationId="{477C01CC-56B4-C0B3-1F20-31056BE81CA5}"/>
          </ac:picMkLst>
        </pc:picChg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887439895" sldId="1581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796747938" sldId="1582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2041453534" sldId="1585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146325972" sldId="1588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2825761063" sldId="1627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480786816" sldId="1697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410004325" sldId="1701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3974970925" sldId="1705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44043749" sldId="1706"/>
        </pc:sldMkLst>
      </pc:sldChg>
      <pc:sldChg chg="del">
        <pc:chgData name="Claire Brown, Dr" userId="31d451b1-f18a-46b3-a3e5-6c907d7aba12" providerId="ADAL" clId="{A8C4F512-2782-4B08-AC2D-356A65DB2744}" dt="2026-05-25T17:49:08.340" v="1" actId="47"/>
        <pc:sldMkLst>
          <pc:docMk/>
          <pc:sldMk cId="1237876965" sldId="1707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1091716904" sldId="1708"/>
        </pc:sldMkLst>
      </pc:sldChg>
      <pc:sldChg chg="del">
        <pc:chgData name="Claire Brown, Dr" userId="31d451b1-f18a-46b3-a3e5-6c907d7aba12" providerId="ADAL" clId="{A8C4F512-2782-4B08-AC2D-356A65DB2744}" dt="2026-05-25T17:48:57.692" v="0" actId="47"/>
        <pc:sldMkLst>
          <pc:docMk/>
          <pc:sldMk cId="3771627075" sldId="17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algn="r"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algn="r" defTabSz="966393">
              <a:defRPr sz="1200"/>
            </a:lvl1pPr>
          </a:lstStyle>
          <a:p>
            <a:pPr>
              <a:defRPr/>
            </a:pPr>
            <a:fld id="{F530564D-F8CC-4068-A373-BEEF384544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012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924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9725" y="0"/>
            <a:ext cx="31924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4813" y="709613"/>
            <a:ext cx="6453187" cy="3630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7263" y="4576763"/>
            <a:ext cx="5346700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53525"/>
            <a:ext cx="319246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9725" y="9153525"/>
            <a:ext cx="319246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83E100-496C-4041-A96E-155A077EE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557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It is important that images have scale bars.  Detailed figure captions should describe how the images were captured, information about the sample and how the image display was adapted.</a:t>
            </a:r>
          </a:p>
        </p:txBody>
      </p:sp>
    </p:spTree>
    <p:extLst>
      <p:ext uri="{BB962C8B-B14F-4D97-AF65-F5344CB8AC3E}">
        <p14:creationId xmlns:p14="http://schemas.microsoft.com/office/powerpoint/2010/main" val="3574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528F-8EBC-4B43-A883-BE283D2C2BD6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77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C028-F2A6-4C4E-AEED-FDAD8CE09F2C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6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9E087-2AFD-4872-B40D-527D5403E39F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5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1000" y="314485"/>
            <a:ext cx="11430000" cy="6744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654039" cy="47260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43000"/>
            <a:ext cx="5593080" cy="47260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B031-2A6B-4AE7-8903-AEF99EBBFFA6}" type="datetime1">
              <a:rPr lang="en-CA" smtClean="0"/>
              <a:t>2026-05-25</a:t>
            </a:fld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9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06200" cy="6782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73024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905000"/>
            <a:ext cx="5730240" cy="405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066800"/>
            <a:ext cx="559308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905000"/>
            <a:ext cx="5593080" cy="405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672C-4E26-4D4B-95DE-8E368BF0E0AB}" type="datetime1">
              <a:rPr lang="en-CA" smtClean="0"/>
              <a:t>2026-05-25</a:t>
            </a:fld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8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/>
            </a:lvl1pPr>
          </a:lstStyle>
          <a:p>
            <a:fld id="{4BFD278A-797B-48B3-8411-F6E1D3A1983A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7782-BD3A-465A-9D21-215D97E88C73}" type="datetime1">
              <a:rPr lang="en-CA" smtClean="0"/>
              <a:t>2026-05-25</a:t>
            </a:fld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7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ED10A5EB-FAB0-4EAA-962B-630834898246}" type="datetime1">
              <a:rPr lang="en-CA" smtClean="0"/>
              <a:t>2026-05-25</a:t>
            </a:fld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9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B115-CC99-4B29-9A02-85E267C4372C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1AA0-6102-4B54-9372-0DF534034A89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1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9E34-0BD8-40EE-8344-BC594DC53ADF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45600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28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502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4085" y="-104775"/>
            <a:ext cx="89683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2FA03-7E85-4F0F-A4D1-A5BE2419CC2A}" type="datetime1">
              <a:rPr lang="en-CA" smtClean="0"/>
              <a:t>2026-05-25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A4ED5-182E-4A78-8792-6A646866F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1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7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06200" cy="6277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1"/>
            <a:ext cx="11506200" cy="48022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fld id="{54E9A082-B142-4E7E-A4C0-C98AB8032216}" type="datetime1">
              <a:rPr lang="en-CA" smtClean="0"/>
              <a:t>2026-05-25</a:t>
            </a:fld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98975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304800" y="990600"/>
            <a:ext cx="11506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84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cap="small" spc="-38" baseline="0">
          <a:solidFill>
            <a:srgbClr val="C00000"/>
          </a:solidFill>
          <a:latin typeface="+mn-lt"/>
          <a:ea typeface="+mj-ea"/>
          <a:cs typeface="+mj-cs"/>
        </a:defRPr>
      </a:lvl1pPr>
    </p:titleStyle>
    <p:bodyStyle>
      <a:lvl1pPr marL="361950" indent="-36195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rgbClr val="C00000"/>
        </a:buClr>
        <a:buSzPct val="100000"/>
        <a:buFont typeface="Wingdings" panose="05000000000000000000" pitchFamily="2" charset="2"/>
        <a:buChar char="v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2313" indent="-360363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73150" indent="-350838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14488" indent="-136525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55825" indent="-180975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cid:image003.png@01DC5307.1E5B792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-nc-sa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3C97A0-C0DC-E7E3-F895-7D643336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Creative Commons License of All Materials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5E18EF7-DAD9-F740-48A2-EFE830B1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76" y="2337027"/>
            <a:ext cx="5562165" cy="90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B8228B49-8515-2A66-B0EA-30F2F15D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44" y="3553361"/>
            <a:ext cx="1010093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Advanced BioImaging Facilit</a:t>
            </a:r>
            <a:r>
              <a:rPr lang="en-CA" altLang="en-US" sz="2000" dirty="0"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 (ABIF) </a:t>
            </a: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Training Materials and Derivatives  © 2009-2026 are licensed under Creative Commons Attribution-NonCommercial-ShareAlike 4.0 International. To view a copy of the detailed license including definitions, visit </a:t>
            </a: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https://creativecommons.org/licenses/by-nc-sa/4.0/</a:t>
            </a:r>
            <a:endParaRPr kumimoji="0" lang="en-CA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C01CC-56B4-C0B3-1F20-31056BE81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80" y="1987461"/>
            <a:ext cx="1556857" cy="1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6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273-46F9-7123-692D-4750BDD1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5224-77E7-F83F-FAEA-2051665A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Detailed Figure Captions and Scale Bars are Needed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F8F1AB-DB32-457D-5929-6D74051833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695" b="35577"/>
          <a:stretch/>
        </p:blipFill>
        <p:spPr>
          <a:xfrm>
            <a:off x="191336" y="1126132"/>
            <a:ext cx="8038264" cy="3533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5CE980-B60A-FD9E-3681-5B58C8A395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48"/>
          <a:stretch/>
        </p:blipFill>
        <p:spPr>
          <a:xfrm>
            <a:off x="1447397" y="4729715"/>
            <a:ext cx="9297206" cy="1366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3FD94-72DA-0759-E1C5-4EFD511E0C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96967" y="1055271"/>
            <a:ext cx="3590233" cy="3533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5BBF1A-029B-AACC-891C-36287B1D391A}"/>
              </a:ext>
            </a:extLst>
          </p:cNvPr>
          <p:cNvSpPr txBox="1"/>
          <p:nvPr/>
        </p:nvSpPr>
        <p:spPr>
          <a:xfrm>
            <a:off x="8973720" y="1368693"/>
            <a:ext cx="1790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Mean = 11080 ± 3750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BFB203-96B8-AE6E-CD03-E6DA4478822B}"/>
                  </a:ext>
                </a:extLst>
              </p:cNvPr>
              <p:cNvSpPr txBox="1"/>
              <p:nvPr/>
            </p:nvSpPr>
            <p:spPr>
              <a:xfrm>
                <a:off x="10058400" y="2161401"/>
                <a:ext cx="190399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/>
                  <a:t>Mean = 8720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GB" sz="1200" dirty="0"/>
                  <a:t> 4070</a:t>
                </a:r>
                <a:endParaRPr lang="en-CA" sz="1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BFB203-96B8-AE6E-CD03-E6DA4478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0" y="2161401"/>
                <a:ext cx="1903997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7385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ANSWERNOWTEXT" val="Answer Now"/>
  <p:tag name="RESPTABLESTYLE" val="-1"/>
  <p:tag name="ALLOWDUPLICATES" val="False"/>
  <p:tag name="AUTOADVANCE" val="False"/>
  <p:tag name="STDCHART" val="1"/>
  <p:tag name="SKIPREMAININGRACESLIDES" val="True"/>
  <p:tag name="BUBBLENAMEVISIBLE" val="True"/>
  <p:tag name="DEFAULTNUMTEAMS" val="5"/>
  <p:tag name="CUSTOMCELLBACKCOLOR2" val="-13395457"/>
  <p:tag name="DISPLAYNAME" val="True"/>
  <p:tag name="GRIDROTATIONINTERVAL" val="2"/>
  <p:tag name="POLLINGCYCLE" val="2"/>
  <p:tag name="INCLUDENONRESPONDERS" val="False"/>
  <p:tag name="ALLOWUSERFEEDBACK" val="True"/>
  <p:tag name="REALTIMEBACKUPPATH" val="(None)"/>
  <p:tag name="ADVANCEDSETTINGSVIEW" val="False"/>
  <p:tag name="FIBDISPLAYKEYWORDS" val="True"/>
  <p:tag name="PRRESPONSE4" val="7"/>
  <p:tag name="PRRESPONSE8" val="3"/>
  <p:tag name="TPVERSION" val="2008"/>
  <p:tag name="BULLETTYPE" val="3"/>
  <p:tag name="RESPCOUNTERFORMAT" val="0"/>
  <p:tag name="BACKUPSESSIONS" val="True"/>
  <p:tag name="ROTATIONINTERVAL" val="2"/>
  <p:tag name="RACEANIMATIONSPEED" val="3"/>
  <p:tag name="BUBBLESIZEVISIBLE" val="True"/>
  <p:tag name="CUSTOMCELLFORECOLOR" val="-16777216"/>
  <p:tag name="USESCHEMECOLORS" val="True"/>
  <p:tag name="AUTOSIZEGRID" val="True"/>
  <p:tag name="CHARTLABELS" val="1"/>
  <p:tag name="INCLUDEPPT" val="True"/>
  <p:tag name="ZEROBASED" val="False"/>
  <p:tag name="FIBNUMRESULTS" val="5"/>
  <p:tag name="PRRESPONSE3" val="8"/>
  <p:tag name="PRRESPONSE9" val="2"/>
  <p:tag name="SHOWBARVISIBLE" val="True"/>
  <p:tag name="RESPCOUNTERSTYLE" val="-1"/>
  <p:tag name="BACKUPMAINTENANCE" val="7"/>
  <p:tag name="RACEENDPOINTS" val="100"/>
  <p:tag name="MAXRESPONDERS" val="5"/>
  <p:tag name="CUSTOMCELLBACKCOLOR1" val="-657956"/>
  <p:tag name="DISPLAYDEVICEID" val="True"/>
  <p:tag name="CHARTCOLORS" val="0"/>
  <p:tag name="CORRECTPOINTVALUE" val="100"/>
  <p:tag name="CHARTSCALE" val="True"/>
  <p:tag name="PRRESPONSE2" val="9"/>
  <p:tag name="PRRESPONSE10" val="1"/>
  <p:tag name="ANSWERNOWSTYLE" val="-1"/>
  <p:tag name="NUMRESPONSES" val="1"/>
  <p:tag name="RACERSMAXDISPLAYED" val="5"/>
  <p:tag name="BUBBLEGROUPING" val="3"/>
  <p:tag name="DISPLAYDEVICENUMBER" val="True"/>
  <p:tag name="RESETCHARTS" val="True"/>
  <p:tag name="REALTIMEBACKUP" val="False"/>
  <p:tag name="PRRESPONSE1" val="10"/>
  <p:tag name="SHOWFLASHWARNING" val="True"/>
  <p:tag name="COUNTDOWNSECONDS" val="10"/>
  <p:tag name="AUTOUPDATEALIASES" val="True"/>
  <p:tag name="CUSTOMGRIDBACKCOLOR" val="-2830136"/>
  <p:tag name="GRIDSIZE" val="{Width=800, Height=600}"/>
  <p:tag name="INCORRECTPOINTVALUE" val="0"/>
  <p:tag name="PRRESPONSE5" val="6"/>
  <p:tag name="USESECONDARYMONITOR" val="True"/>
  <p:tag name="REVIEWONLY" val="False"/>
  <p:tag name="CUSTOMCELLBACKCOLOR3" val="-268652"/>
  <p:tag name="MULTIRESPDIVISOR" val="1"/>
  <p:tag name="FIBINCLUDEOTHER" val="True"/>
  <p:tag name="COUNTDOWNSTYLE" val="-1"/>
  <p:tag name="TEAMSINLEADERBOARD" val="5"/>
  <p:tag name="GRIDPOSITION" val="1"/>
  <p:tag name="PRRESPONSE6" val="5"/>
  <p:tag name="CHARTVALUEFORMAT" val="0%"/>
  <p:tag name="GRIDOPACITY" val="90"/>
  <p:tag name="PRRESPONSE7" val="4"/>
  <p:tag name="BUBBLEVALUEFORMAT" val="0.0"/>
  <p:tag name="FIBDISPLAYRESULTS" val="True"/>
  <p:tag name="CUSTOMCELLBACKCOLOR4" val="-8355712"/>
  <p:tag name="INPUTSOURCE" val="1"/>
  <p:tag name="POWERPOINTVERSION" val="12.0"/>
  <p:tag name="PARTICIPANTSINLEADERBOARD" val="5"/>
  <p:tag name="AUTOADJUSTPARTRANGE" val="True"/>
  <p:tag name="PARTLISTDEFAULT" val="1"/>
  <p:tag name="DELIMITERS" val="3.1"/>
</p:tagLst>
</file>

<file path=ppt/theme/theme1.xml><?xml version="1.0" encoding="utf-8"?>
<a:theme xmlns:a="http://schemas.openxmlformats.org/drawingml/2006/main" name="ABIF-Theme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arrow"/>
        </a:ln>
      </a:spPr>
      <a:bodyPr/>
      <a:lstStyle/>
      <a:style>
        <a:lnRef idx="3">
          <a:schemeClr val="accent5"/>
        </a:lnRef>
        <a:fillRef idx="0">
          <a:schemeClr val="accent5"/>
        </a:fillRef>
        <a:effectRef idx="2">
          <a:schemeClr val="accent5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BIF-Theme" id="{A797076A-7FF5-4C12-AB1E-48ECCCDD8DAB}" vid="{001A01D4-15A6-41EF-BD11-2BDB95A0A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ABIF-Theme</Template>
  <TotalTime>14134</TotalTime>
  <Words>101</Words>
  <Application>Microsoft Office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Cambria Math</vt:lpstr>
      <vt:lpstr>Times New Roman</vt:lpstr>
      <vt:lpstr>Wingdings</vt:lpstr>
      <vt:lpstr>ABIF-Theme</vt:lpstr>
      <vt:lpstr>Creative Commons License of All Materials</vt:lpstr>
      <vt:lpstr>Detailed Figure Captions and Scale Bars are Needed</vt:lpstr>
    </vt:vector>
  </TitlesOfParts>
  <Company>Olympus America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Olympus Employee</dc:creator>
  <cp:lastModifiedBy>Claire Brown, Dr</cp:lastModifiedBy>
  <cp:revision>438</cp:revision>
  <dcterms:created xsi:type="dcterms:W3CDTF">2019-03-04T03:41:53Z</dcterms:created>
  <dcterms:modified xsi:type="dcterms:W3CDTF">2026-05-25T18:11:25Z</dcterms:modified>
</cp:coreProperties>
</file>